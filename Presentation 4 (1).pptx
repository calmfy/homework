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0709B9-46FD-48F3-B2F8-60CCC034D866}" v="166" dt="2026-04-27T21:14:41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97762" y="-412206"/>
            <a:ext cx="6251110" cy="3566160"/>
          </a:xfrm>
        </p:spPr>
        <p:txBody>
          <a:bodyPr anchor="b">
            <a:normAutofit/>
          </a:bodyPr>
          <a:lstStyle/>
          <a:p>
            <a:pPr algn="l"/>
            <a:br>
              <a:rPr lang="ru-RU" sz="5000" dirty="0">
                <a:ea typeface="+mj-lt"/>
                <a:cs typeface="+mj-lt"/>
              </a:rPr>
            </a:br>
            <a:r>
              <a:rPr lang="ru-RU" sz="5000">
                <a:ea typeface="+mj-lt"/>
                <a:cs typeface="+mj-lt"/>
              </a:rPr>
              <a:t>Леонова</a:t>
            </a:r>
            <a:br>
              <a:rPr lang="ru-RU" sz="5000" dirty="0">
                <a:ea typeface="+mj-lt"/>
                <a:cs typeface="+mj-lt"/>
              </a:rPr>
            </a:br>
            <a:r>
              <a:rPr lang="ru-RU" sz="5000">
                <a:ea typeface="+mj-lt"/>
                <a:cs typeface="+mj-lt"/>
              </a:rPr>
              <a:t>Эмилия Александровна </a:t>
            </a:r>
            <a:endParaRPr lang="ru-RU" sz="50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ru-RU"/>
              <a:t>Выполнил студент гр. 23.Б12: Глазырин Алексей</a:t>
            </a:r>
          </a:p>
        </p:txBody>
      </p:sp>
      <p:pic>
        <p:nvPicPr>
          <p:cNvPr id="4" name="Рисунок 3" descr="Изображение выглядит как человек, Человеческое лицо, одежд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01273A-EC50-6697-2F68-E6DA6499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70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C7C79-5F02-6895-F2FA-32D7635B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Биография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69AD6C-3CF5-5939-5C0F-B31555CDA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>
                <a:ea typeface="+mn-lt"/>
                <a:cs typeface="+mn-lt"/>
              </a:rPr>
              <a:t>Леонова Эмилия Александровна родилась 15 ноября 1934 года в городе Яранск Кировской области.</a:t>
            </a:r>
            <a:endParaRPr lang="ru-RU"/>
          </a:p>
          <a:p>
            <a:pPr>
              <a:buNone/>
            </a:pPr>
            <a:r>
              <a:rPr lang="ru-RU">
                <a:ea typeface="+mn-lt"/>
                <a:cs typeface="+mn-lt"/>
              </a:rPr>
              <a:t>С раннего возраста проявляла интерес к точным наукам, особенно к математике и физике. Это во многом определило её дальнейший профессиональный путь.</a:t>
            </a:r>
            <a:endParaRPr lang="ru-RU"/>
          </a:p>
          <a:p>
            <a:pPr>
              <a:buNone/>
            </a:pPr>
            <a:r>
              <a:rPr lang="ru-RU">
                <a:ea typeface="+mn-lt"/>
                <a:cs typeface="+mn-lt"/>
              </a:rPr>
              <a:t>Её становление как учёного происходило в период активного развития советской науки, когда большое внимание уделялось фундаментальным исследованиям в области механики и математического моделирования.</a:t>
            </a:r>
            <a:endParaRPr lang="ru-RU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212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6ACBD-B4EE-3D4D-6896-C30442EE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ru-RU">
                <a:ea typeface="+mj-lt"/>
                <a:cs typeface="+mj-lt"/>
              </a:rPr>
              <a:t>Образование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6528D8-1B7E-A4B4-780F-B5CD049D2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700">
                <a:ea typeface="+mn-lt"/>
                <a:cs typeface="+mn-lt"/>
              </a:rPr>
              <a:t>В 1957 году окончила механико-математический факультет Московский государственный университет с отличием.</a:t>
            </a:r>
            <a:endParaRPr lang="ru-RU" sz="1700"/>
          </a:p>
          <a:p>
            <a:r>
              <a:rPr lang="ru-RU" sz="1700">
                <a:ea typeface="+mn-lt"/>
                <a:cs typeface="+mn-lt"/>
              </a:rPr>
              <a:t>Во время обучения показала высокие способности к научной работе и аналитическому мышлению.</a:t>
            </a:r>
            <a:endParaRPr lang="ru-RU" sz="1700"/>
          </a:p>
          <a:p>
            <a:r>
              <a:rPr lang="ru-RU" sz="1700">
                <a:ea typeface="+mn-lt"/>
                <a:cs typeface="+mn-lt"/>
              </a:rPr>
              <a:t>Продолжила обучение в аспирантуре, где начала заниматься исследованиями в области механики деформируемого твёрдого тела.</a:t>
            </a:r>
            <a:endParaRPr lang="ru-RU" sz="1700"/>
          </a:p>
          <a:p>
            <a:r>
              <a:rPr lang="ru-RU" sz="1700">
                <a:ea typeface="+mn-lt"/>
                <a:cs typeface="+mn-lt"/>
              </a:rPr>
              <a:t>В 1966 году защитила кандидатскую диссертацию, а в 2001 году — докторскую диссертацию, что свидетельствует о её значительном вкладе в науку.</a:t>
            </a:r>
            <a:endParaRPr lang="ru-RU" sz="1700"/>
          </a:p>
          <a:p>
            <a:endParaRPr lang="ru-RU" sz="170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C7DFA3C5-E4FD-88A9-D663-C46569236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781946"/>
            <a:ext cx="4788505" cy="256185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98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F5F47-9FAD-8F20-DFEE-D4214277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Карьера 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787D54-C513-FE92-5A4A-437B7A40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Свою профессиональную деятельность связала с МГУ, где прошла путь от молодого специалиста до профессора.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С 1980 года работала старшим научным сотрудником.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В дальнейшем заняла позицию профессора кафедры теории упругости.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Её работа в университете включает как научную, так и преподавательскую деятельность, что позволило ей внести вклад не только в развитие науки, но и в подготовку новых специалистов.</a:t>
            </a:r>
            <a:endParaRPr lang="ru-RU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225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B7879-0709-99A6-445E-41EA68D0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Научная деятельность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6D9457-499B-6813-FC68-FAE70D32E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>
                <a:ea typeface="+mn-lt"/>
                <a:cs typeface="+mn-lt"/>
              </a:rPr>
              <a:t>Основные направления исследований связаны с механикой деформируемых тел.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Она занималась изучением таких сложных процессов, как:</a:t>
            </a:r>
            <a:endParaRPr lang="ru-RU"/>
          </a:p>
          <a:p>
            <a:pPr lvl="1">
              <a:buFont typeface="Courier New" panose="020B0604020202020204" pitchFamily="34" charset="0"/>
              <a:buChar char="o"/>
            </a:pPr>
            <a:r>
              <a:rPr lang="ru-RU">
                <a:ea typeface="+mn-lt"/>
                <a:cs typeface="+mn-lt"/>
              </a:rPr>
              <a:t>термоупругость </a:t>
            </a:r>
            <a:endParaRPr lang="ru-RU"/>
          </a:p>
          <a:p>
            <a:pPr lvl="1">
              <a:buFont typeface="Courier New" panose="020B0604020202020204" pitchFamily="34" charset="0"/>
              <a:buChar char="o"/>
            </a:pPr>
            <a:r>
              <a:rPr lang="ru-RU">
                <a:ea typeface="+mn-lt"/>
                <a:cs typeface="+mn-lt"/>
              </a:rPr>
              <a:t>термовязкопластичность </a:t>
            </a:r>
            <a:endParaRPr lang="ru-RU"/>
          </a:p>
          <a:p>
            <a:r>
              <a:rPr lang="ru-RU">
                <a:ea typeface="+mn-lt"/>
                <a:cs typeface="+mn-lt"/>
              </a:rPr>
              <a:t>Эти направления имеют большое значение в инженерии, поскольку позволяют описывать поведение материалов при воздействии температуры и нагрузок.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Её исследования способствовали более глубокому пониманию процессов деформации и разрушения материалов.</a:t>
            </a:r>
            <a:endParaRPr lang="ru-RU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013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DBDAC-3A14-6720-6DC3-6ADE57D7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Научный вклад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647487-CBBC-E357-EDD9-DC09C9CF1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Одним из важных достижений Леоновой является применение методов группового анализа к задачам механики.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Это позволило:</a:t>
            </a:r>
            <a:endParaRPr lang="ru-RU"/>
          </a:p>
          <a:p>
            <a:pPr lvl="1">
              <a:buFont typeface="Courier New" panose="020B0604020202020204" pitchFamily="34" charset="0"/>
              <a:buChar char="o"/>
            </a:pPr>
            <a:r>
              <a:rPr lang="ru-RU">
                <a:ea typeface="+mn-lt"/>
                <a:cs typeface="+mn-lt"/>
              </a:rPr>
              <a:t>систематизировать математические модели </a:t>
            </a:r>
            <a:endParaRPr lang="ru-RU"/>
          </a:p>
          <a:p>
            <a:pPr lvl="1">
              <a:buFont typeface="Courier New" panose="020B0604020202020204" pitchFamily="34" charset="0"/>
              <a:buChar char="o"/>
            </a:pPr>
            <a:r>
              <a:rPr lang="ru-RU">
                <a:ea typeface="+mn-lt"/>
                <a:cs typeface="+mn-lt"/>
              </a:rPr>
              <a:t>находить новые решения сложных уравнений </a:t>
            </a:r>
            <a:endParaRPr lang="ru-RU"/>
          </a:p>
          <a:p>
            <a:pPr lvl="1">
              <a:buFont typeface="Courier New" panose="020B0604020202020204" pitchFamily="34" charset="0"/>
              <a:buChar char="o"/>
            </a:pPr>
            <a:r>
              <a:rPr lang="ru-RU">
                <a:ea typeface="+mn-lt"/>
                <a:cs typeface="+mn-lt"/>
              </a:rPr>
              <a:t>улучшать точность описания физических процессов </a:t>
            </a:r>
            <a:endParaRPr lang="ru-RU"/>
          </a:p>
          <a:p>
            <a:r>
              <a:rPr lang="ru-RU">
                <a:ea typeface="+mn-lt"/>
                <a:cs typeface="+mn-lt"/>
              </a:rPr>
              <a:t>Такие подходы используются в современной науке и технике, включая авиастроение, машиностроение и материаловедение.</a:t>
            </a:r>
            <a:endParaRPr lang="ru-RU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241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B26AD-59F3-66BB-811B-0A2D7BF9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Педагогическая деятельность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0D990A-AB7B-937F-AB64-3931F15E9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Леонова активно занималась преподаванием в МГУ.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Она читала курс «Теория упругости», который является одним из ключевых в подготовке специалистов в области механики.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Под её руководством обучались и защищались студенты и аспиранты, многие из которых продолжили научную карьеру.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Её вклад в образование заключается не только в передаче знаний, но и в формировании научного мышления у студентов.</a:t>
            </a:r>
            <a:endParaRPr lang="ru-RU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6363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30EDC-EBD4-D613-0D7B-03A366D3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Публикации и достижения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9785B1-3DA0-CFF7-5550-E744E791C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Леонова является автором более 80 научных работ.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Её труды публиковались в научных журналах и использовались в исследованиях других учёных.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Также она имеет два изобретения, что подчёркивает практическую значимость её научной деятельности.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Её работы внесли вклад в развитие современной механики и математического моделирования.</a:t>
            </a:r>
            <a:endParaRPr lang="ru-RU"/>
          </a:p>
          <a:p>
            <a:endParaRPr lang="ru-RU" dirty="0"/>
          </a:p>
        </p:txBody>
      </p:sp>
      <p:pic>
        <p:nvPicPr>
          <p:cNvPr id="5" name="Рисунок 4" descr="Изображение выглядит как текст, Шриф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24219A-3841-8648-11BE-1D60DD58B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57" y="5118251"/>
            <a:ext cx="10139452" cy="106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6CB1-E8C8-4751-B6A6-46B2D1E72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ACE75-A359-228B-51BB-9D352C923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131298" cy="1106424"/>
          </a:xfrm>
        </p:spPr>
        <p:txBody>
          <a:bodyPr>
            <a:normAutofit/>
          </a:bodyPr>
          <a:lstStyle/>
          <a:p>
            <a:r>
              <a:rPr lang="ru-RU" sz="3600"/>
              <a:t>Изложница для разливки металла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C0C0D1-E79A-41FF-8322-256F6DD1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F67DE9-840C-69FD-275D-C50FF70630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8793"/>
          <a:stretch>
            <a:fillRect/>
          </a:stretch>
        </p:blipFill>
        <p:spPr>
          <a:xfrm>
            <a:off x="429767" y="1721922"/>
            <a:ext cx="3419856" cy="452056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черно-белый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22DDC6-D143-9F14-9738-606341496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5837"/>
          <a:stretch>
            <a:fillRect/>
          </a:stretch>
        </p:blipFill>
        <p:spPr>
          <a:xfrm>
            <a:off x="4226837" y="1721922"/>
            <a:ext cx="3420596" cy="452056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95FA420-5595-49D1-9D5F-79EC43B55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4648" y="1721922"/>
            <a:ext cx="3609143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42426A-73EE-1948-FF04-22A76049E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348" y="2020824"/>
            <a:ext cx="2956060" cy="3959352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7033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CDF4E-5DCF-72BE-5D7D-AD261C6E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CF2838-8534-8CBB-3368-7F73DC84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Леонова Эмилия Александровна — выдающийся учёный, педагог и исследователь.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Её научные работы и преподавательская деятельность оказали значительное влияние на развитие механики и подготовку специалистов.</a:t>
            </a:r>
            <a:endParaRPr lang="ru-RU"/>
          </a:p>
          <a:p>
            <a:r>
              <a:rPr lang="ru-RU">
                <a:ea typeface="+mn-lt"/>
                <a:cs typeface="+mn-lt"/>
              </a:rPr>
              <a:t>Её вклад остаётся важным для современной науки и образования.</a:t>
            </a:r>
            <a:endParaRPr lang="ru-RU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47558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 Леонова Эмилия Александровна </vt:lpstr>
      <vt:lpstr>Биография</vt:lpstr>
      <vt:lpstr>Образование</vt:lpstr>
      <vt:lpstr>Карьера </vt:lpstr>
      <vt:lpstr>Научная деятельность</vt:lpstr>
      <vt:lpstr>Научный вклад</vt:lpstr>
      <vt:lpstr>Педагогическая деятельность</vt:lpstr>
      <vt:lpstr>Публикации и достижения</vt:lpstr>
      <vt:lpstr>Изложница для разливки металла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2026-04-27T20:44:16Z</dcterms:created>
  <dcterms:modified xsi:type="dcterms:W3CDTF">2026-04-27T21:15:18Z</dcterms:modified>
</cp:coreProperties>
</file>