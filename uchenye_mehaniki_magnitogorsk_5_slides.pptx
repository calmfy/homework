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138160" y="-640080"/>
            <a:ext cx="4206240" cy="4206240"/>
          </a:xfrm>
          <a:prstGeom prst="arc">
            <a:avLst/>
          </a:prstGeom>
          <a:noFill/>
          <a:ln w="254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823960" y="73152"/>
            <a:ext cx="2926080" cy="2926080"/>
          </a:xfrm>
          <a:prstGeom prst="arc">
            <a:avLst/>
          </a:prstGeom>
          <a:noFill/>
          <a:ln w="25400">
            <a:solidFill>
              <a:srgbClr val="A7C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7635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Учёные-механики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 г. Магнитогорск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95528" y="3218688"/>
            <a:ext cx="4709160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20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Шаблон презентации на 5 слайдов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9377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F3A45"/>
                </a:solidFill>
              </a:rPr>
              <a:t>Выполнил(а): 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F3A45"/>
                </a:solidFill>
              </a:rPr>
              <a:t>Группа: 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F3A45"/>
                </a:solidFill>
              </a:rPr>
              <a:t>Дата: ____________________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58200" y="6144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Магнитогорск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ФИО учёного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5400">
            <a:solidFill>
              <a:srgbClr val="D9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89888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Место для фото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584448"/>
            <a:ext cx="3840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вставьте изображение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учёного в эту область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2520000">
            <a:off x="1234440" y="1856232"/>
            <a:ext cx="3108960" cy="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rot="-2520000">
            <a:off x="1234440" y="4965192"/>
            <a:ext cx="3108960" cy="-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389888"/>
            <a:ext cx="6263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6479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A45"/>
                </a:solidFill>
              </a:rPr>
              <a:t>Область научных интересов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2359152"/>
            <a:ext cx="54406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4B5563"/>
                </a:solidFill>
              </a:rPr>
              <a:t>• направление 1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2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3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Дополнительно: основные труды, вклад в механику, связь с Магнитогорском.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5806440"/>
            <a:ext cx="10835640" cy="502920"/>
          </a:xfrm>
          <a:prstGeom prst="roundRect">
            <a:avLst>
              <a:gd name="adj" fmla="val 20000"/>
            </a:avLst>
          </a:prstGeom>
          <a:solidFill>
            <a:srgbClr val="D9EAF7">
              <a:alpha val="90000"/>
            </a:srgbClr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92531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4E79"/>
                </a:solidFill>
              </a:rPr>
              <a:t>Краткая подпись / годы жизни / организация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ФИО учёного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5400">
            <a:solidFill>
              <a:srgbClr val="D9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89888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Место для фото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584448"/>
            <a:ext cx="3840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вставьте изображение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учёного в эту область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2520000">
            <a:off x="1234440" y="1856232"/>
            <a:ext cx="3108960" cy="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rot="-2520000">
            <a:off x="1234440" y="4965192"/>
            <a:ext cx="3108960" cy="-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389888"/>
            <a:ext cx="6263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6479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A45"/>
                </a:solidFill>
              </a:rPr>
              <a:t>Область научных интересов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2359152"/>
            <a:ext cx="54406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4B5563"/>
                </a:solidFill>
              </a:rPr>
              <a:t>• направление 1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2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3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Дополнительно: основные труды, вклад в механику, связь с Магнитогорском.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5806440"/>
            <a:ext cx="10835640" cy="502920"/>
          </a:xfrm>
          <a:prstGeom prst="roundRect">
            <a:avLst>
              <a:gd name="adj" fmla="val 20000"/>
            </a:avLst>
          </a:prstGeom>
          <a:solidFill>
            <a:srgbClr val="D9EAF7">
              <a:alpha val="90000"/>
            </a:srgbClr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92531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4E79"/>
                </a:solidFill>
              </a:rPr>
              <a:t>Краткая подпись / годы жизни / организация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ФИО учёного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5400">
            <a:solidFill>
              <a:srgbClr val="D9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89888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Место для фото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584448"/>
            <a:ext cx="3840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вставьте изображение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учёного в эту область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2520000">
            <a:off x="1234440" y="1856232"/>
            <a:ext cx="3108960" cy="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rot="-2520000">
            <a:off x="1234440" y="4965192"/>
            <a:ext cx="3108960" cy="-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389888"/>
            <a:ext cx="6263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6479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A45"/>
                </a:solidFill>
              </a:rPr>
              <a:t>Область научных интересов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2359152"/>
            <a:ext cx="54406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4B5563"/>
                </a:solidFill>
              </a:rPr>
              <a:t>• направление 1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2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3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Дополнительно: основные труды, вклад в механику, связь с Магнитогорском.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5806440"/>
            <a:ext cx="10835640" cy="502920"/>
          </a:xfrm>
          <a:prstGeom prst="roundRect">
            <a:avLst>
              <a:gd name="adj" fmla="val 20000"/>
            </a:avLst>
          </a:prstGeom>
          <a:solidFill>
            <a:srgbClr val="D9EAF7">
              <a:alpha val="90000"/>
            </a:srgbClr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92531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4E79"/>
                </a:solidFill>
              </a:rPr>
              <a:t>Краткая подпись / годы жизни / организация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ФИО учёного 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5400">
            <a:solidFill>
              <a:srgbClr val="D9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89888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Место для фото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584448"/>
            <a:ext cx="3840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вставьте изображение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учёного в эту область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2520000">
            <a:off x="1234440" y="1856232"/>
            <a:ext cx="3108960" cy="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rot="-2520000">
            <a:off x="1234440" y="4965192"/>
            <a:ext cx="3108960" cy="-3108960"/>
          </a:xfrm>
          <a:prstGeom prst="line">
            <a:avLst/>
          </a:prstGeom>
          <a:noFill/>
          <a:ln w="1778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1389888"/>
            <a:ext cx="6263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6479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A45"/>
                </a:solidFill>
              </a:rPr>
              <a:t>Область научных интересов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2359152"/>
            <a:ext cx="54406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4B5563"/>
                </a:solidFill>
              </a:rPr>
              <a:t>• направление 1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2</a:t>
            </a:r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• направление 3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B5563"/>
                </a:solidFill>
              </a:rPr>
              <a:t>Дополнительно: основные труды, вклад в механику, связь с Магнитогорском.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5806440"/>
            <a:ext cx="10835640" cy="502920"/>
          </a:xfrm>
          <a:prstGeom prst="roundRect">
            <a:avLst>
              <a:gd name="adj" fmla="val 20000"/>
            </a:avLst>
          </a:prstGeom>
          <a:solidFill>
            <a:srgbClr val="D9EAF7">
              <a:alpha val="90000"/>
            </a:srgbClr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92531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4E79"/>
                </a:solidFill>
              </a:rPr>
              <a:t>Краткая подпись / годы жизни / организация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Учёные-механики из г. Магнитогорск</dc:title>
  <dc:subject>Учёные-механики из г. Магнитогорск</dc:subject>
  <dc:creator>OpenAI</dc:creator>
  <cp:lastModifiedBy>OpenAI</cp:lastModifiedBy>
  <cp:revision>1</cp:revision>
  <dcterms:created xsi:type="dcterms:W3CDTF">2026-04-27T20:58:58Z</dcterms:created>
  <dcterms:modified xsi:type="dcterms:W3CDTF">2026-04-27T20:58:58Z</dcterms:modified>
</cp:coreProperties>
</file>